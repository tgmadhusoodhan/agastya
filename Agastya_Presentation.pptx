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5440" y="-365759"/>
            <a:ext cx="2560320" cy="2560320"/>
          </a:xfrm>
          <a:prstGeom prst="ellipse">
            <a:avLst/>
          </a:prstGeom>
          <a:solidFill>
            <a:srgbClr val="0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846320"/>
            <a:ext cx="1645920" cy="1645920"/>
          </a:xfrm>
          <a:prstGeom prst="ellipse">
            <a:avLst/>
          </a:prstGeom>
          <a:solidFill>
            <a:srgbClr val="1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5468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C9B1"/>
                </a:solidFill>
              </a:rPr>
              <a:t>AGASTYA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C036"/>
                </a:solidFill>
              </a:rPr>
              <a:t>आगस्त्य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AI Medication Intelligence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6E8"/>
                </a:solidFill>
              </a:rPr>
              <a:t>Knowledge  ·  Care  · 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Built at Hackathon ·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201168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9B1"/>
                </a:solidFill>
              </a:rPr>
              <a:t>300M+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</a:rPr>
              <a:t>Indians manage multiple daily
medications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5394960" cy="201168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3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9B1"/>
                </a:solidFill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</a:rPr>
              <a:t>Elderly patients miss doses due
to complex schedules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5394960" cy="201168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9B1"/>
                </a:solidFill>
              </a:rPr>
              <a:t>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</a:rPr>
              <a:t>Prescription errors from
handwriting misreading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566160"/>
            <a:ext cx="5394960" cy="201168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74903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9B1"/>
                </a:solidFill>
              </a:rPr>
              <a:t>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17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</a:rPr>
              <a:t>Languages in a single Indian
household prescription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036"/>
                </a:solidFill>
              </a:rPr>
              <a:t>Agastya bridges this gap with AI — accessible to any age, any language, any literacy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What is Agastya?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Agastya is a web-based AI medication management system designed for Indian households — particularly elderly patients managing multiple medications without a caregiver always present.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40280"/>
            <a:ext cx="5577840" cy="123444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64008" cy="1234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</a:rPr>
              <a:t>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Point camera at any pill bottle or handwritten prescription — Claude AI reads it instantly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240280"/>
            <a:ext cx="5577840" cy="123444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240280"/>
            <a:ext cx="64008" cy="1234440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36"/>
                </a:solidFill>
              </a:rPr>
              <a:t>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Automatic daily Morning / Afternoon / Night schedule with one-tap adherence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5577840" cy="123444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64008" cy="1234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</a:rPr>
              <a:t>Dispense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14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Sends commands to a physical IoT pill dispenser over local HTTP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611880"/>
            <a:ext cx="5577840" cy="123444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611880"/>
            <a:ext cx="64008" cy="1234440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36"/>
                </a:solidFill>
              </a:rPr>
              <a:t>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Full multilingual voice output — English, Hindi, Tamil, Kannada, Spanish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5577840" cy="123444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983480"/>
            <a:ext cx="64008" cy="1234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74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</a:rPr>
              <a:t>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864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AI-composed caregiver email alerts via EmailJS when doses are missed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983480"/>
            <a:ext cx="5577840" cy="123444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983480"/>
            <a:ext cx="64008" cy="1234440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36"/>
                </a:solidFill>
              </a:rPr>
              <a:t>Vitals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864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Health score dashboard integrating Samsung Health / Health Connect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1143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4728" y="1188720"/>
            <a:ext cx="64008" cy="1143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React 18 + Vite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88720"/>
            <a:ext cx="5577840" cy="1143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31167" y="1188720"/>
            <a:ext cx="64008" cy="1143000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6"/>
                </a:solidFill>
              </a:rPr>
              <a:t>Styling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Tailwind CSS v4 + custom CSS 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5577840" cy="1143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24728" y="2468880"/>
            <a:ext cx="64008" cy="1143000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6FFF"/>
                </a:solidFill>
              </a:rPr>
              <a:t>AI /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71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Anthropic Claude API (claude-opus-4-5) — vision + text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468880"/>
            <a:ext cx="5577840" cy="1143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31167" y="2468880"/>
            <a:ext cx="64008" cy="1143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Local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71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IndexedDB via idb — fully offline, no server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5577840" cy="1143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24728" y="3749039"/>
            <a:ext cx="64008" cy="1143000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404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6"/>
                </a:solidFill>
              </a:rPr>
              <a:t>Email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519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EmailJS — no backend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749039"/>
            <a:ext cx="5577840" cy="1143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631167" y="3749039"/>
            <a:ext cx="64008" cy="1143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8404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070"/>
                </a:solidFill>
              </a:rPr>
              <a:t>Voice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519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Web Speech API (speechSynthesis) + espeak-ng 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29199"/>
            <a:ext cx="5577840" cy="1143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24728" y="5029199"/>
            <a:ext cx="64008" cy="1143000"/>
          </a:xfrm>
          <a:prstGeom prst="rect">
            <a:avLst/>
          </a:prstGeom>
          <a:solidFill>
            <a:srgbClr val="4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20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0C080"/>
                </a:solidFill>
              </a:rPr>
              <a:t>IoT Bridge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321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Python Flask + Flask-CORS proxy on localhost:5000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029199"/>
            <a:ext cx="5577840" cy="1143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631167" y="5029199"/>
            <a:ext cx="64008" cy="1143000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20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6"/>
                </a:solidFill>
              </a:rPr>
              <a:t>Hardware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5321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IoT pill dispenser (Arduino/RPi) over HTTP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Feature: Medication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036"/>
                </a:solidFill>
              </a:rPr>
              <a:t>Scanner.jsx  +  MedAnalysis.jsx  ·  Claude Vision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94960" cy="49377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9456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1. User points camera at pill bottle or uploads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4320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2. Image encoded as base64 and sent to Claude Vision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8327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291839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3. Claude extracts: drug name, dosage, frequency, slot, side effects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3191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840479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4. Cross-checks against patient's current medication 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8055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38912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5. Drug interaction analysis — rated High / Medium / Low severity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2920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93776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6. Generates simplified instructions in patient's preferred language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48640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7. User confirms → medication added to IndexedDB schedule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600200"/>
            <a:ext cx="5577840" cy="22860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6"/>
                </a:solidFill>
              </a:rPr>
              <a:t>Claude API Prompt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24028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2148840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System role: clinical pharmacist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66090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2569464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Returns structured JSON — never free 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08152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2990088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Handles blurred / partial labels gracefully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50215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3410712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Supports English, Hindi, Tamil, Kannada scripts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114800"/>
            <a:ext cx="5577840" cy="24231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251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070"/>
                </a:solidFill>
              </a:rPr>
              <a:t>Interaction Detection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75487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4663440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Compares new drug against all active medications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175503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5084064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Severity scoring: High (red) / Medium (amber) / Low (green)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5596127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5504688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Warns before adding conflicting medication to schedule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6016751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1" y="5925312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All logic runs inside Claude — no drug-DB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Feature: Prescription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036"/>
                </a:solidFill>
              </a:rPr>
              <a:t>PrescriptionScanner.jsx  ·  PrescriptionLibrary.jsx  ·  PrescriptionDetail.jsx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Understands handwritten Indian clinic prescriptions — including mixed regional scripts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3703320" cy="44805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64008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</a:rPr>
              <a:t>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6148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Clinic name &amp; doctor details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36976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145536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Patient name, age, diagnosis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12463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621024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Visit vitals (BP, temp, SpO₂)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8795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096512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All medications with dosage &amp; duration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6344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572000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Prescription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103120"/>
            <a:ext cx="3703320" cy="44805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103120"/>
            <a:ext cx="64008" cy="54864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212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36"/>
                </a:solidFill>
              </a:rPr>
              <a:t>SHORTHAND UNDERSTOOD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761488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2670048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OD = Once daily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236976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145536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BD = Twice daily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712463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621024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TDS = Three times daily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187952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096512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QID = Four times daily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663440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572000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HS = At bedtime  ·  SOS = As needed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2103120"/>
            <a:ext cx="3703320" cy="44805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2103120"/>
            <a:ext cx="64008" cy="54864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2212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6FFF"/>
                </a:solidFill>
              </a:rPr>
              <a:t>SMART DATE CALC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2761488"/>
            <a:ext cx="82296" cy="82296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2670048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"x10 days" → calculates expiry date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3236976"/>
            <a:ext cx="82296" cy="82296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912" y="3145536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"5D" / "1/52" / "2/12" formats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3712463"/>
            <a:ext cx="82296" cy="82296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9912" y="3621024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Auto-removes expired courses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4187952"/>
            <a:ext cx="82296" cy="82296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9912" y="4096512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Shows days remaining in schedule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4663440"/>
            <a:ext cx="82296" cy="82296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9912" y="4572000"/>
            <a:ext cx="331012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Stored permanently in IndexedDB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036"/>
                </a:solidFill>
              </a:rPr>
              <a:t>Review &amp; correct AI extraction before saving — human stays in the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Multilingual Voice &amp; 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103120" cy="7315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0312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188720"/>
            <a:ext cx="2103120" cy="7315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1188720"/>
            <a:ext cx="210312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80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हिन्दी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188720"/>
            <a:ext cx="2103120" cy="7315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1188720"/>
            <a:ext cx="210312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280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தமிழ்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188720"/>
            <a:ext cx="2103120" cy="7315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1188720"/>
            <a:ext cx="210312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280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ಕನ್ನಡ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188720"/>
            <a:ext cx="2103120" cy="7315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188720"/>
            <a:ext cx="210312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280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Español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48840"/>
            <a:ext cx="5394960" cy="443484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PHARMACY VOICE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8892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2697480"/>
            <a:ext cx="5001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Full-screen mode — show the pharmacist your phone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1927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227832"/>
            <a:ext cx="5001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Reads out medication name &amp; instructions aloud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4962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758184"/>
            <a:ext cx="5001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Uses patient's preferred language automatically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379975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288536"/>
            <a:ext cx="5001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Web Speech API with smart voice selection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10327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818888"/>
            <a:ext cx="5001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Prefers Google Cloud voices; falls back to espeak-ng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4067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5349240"/>
            <a:ext cx="5001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diagnoseVoices() helper for debugging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148840"/>
            <a:ext cx="5577840" cy="21031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6"/>
                </a:solidFill>
              </a:rPr>
              <a:t>AI TRANSLITERATION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78892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2697480"/>
            <a:ext cx="5093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Claude transliterates medication names into patient's script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4612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3154680"/>
            <a:ext cx="5093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Personalised instructions per language + patient 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70332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1" y="3611880"/>
            <a:ext cx="5093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Works offline (instructions pre-generated at scan time)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480560"/>
            <a:ext cx="5577840" cy="21031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617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6FFF"/>
                </a:solidFill>
              </a:rPr>
              <a:t>i18n ARCHITECTURE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12064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1" y="5029200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LanguageContext.jsx — React context provider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554126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1" y="5449824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useT() hook — get translated UI string anywhere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96188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28231" y="5870448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useLang() hook — get/set active language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638251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8231" y="6291072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i18n.js — all 5 languages' string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Smart Dispenser &amp; Daily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3949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DAILY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036"/>
                </a:solidFill>
              </a:rPr>
              <a:t>Schedule.jsx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0312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Three slots: Morning / Afternoon / Night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65176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One-tap mark as taken — live adherence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20040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Shows days remaining for time-limited courses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7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749039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Auto-expires medications when course 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8911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297679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Persisted entirely in IndexedDB — no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93775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846320"/>
            <a:ext cx="5001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Seeded with mockMedications.js on first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5577840" cy="260604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6"/>
                </a:solidFill>
              </a:rPr>
              <a:t>IOT DISPENSER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719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D6E8"/>
                </a:solidFill>
              </a:rPr>
              <a:t>DispenserBridge.jsx  ·  dispenser.js  ·  Flask server.py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19456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2103120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HTTP POST to localhost:5000/dispense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61518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2523744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Compartment mapping: morning=1, afternoon=2, night=3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03580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2944368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Countdown animation before dispensing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45643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1" y="3364991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Polls /status for confirmation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877055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1" y="3785615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Graceful offline fallback — app works without dispenser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023360"/>
            <a:ext cx="5577840" cy="25603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070"/>
                </a:solidFill>
              </a:rPr>
              <a:t>ADHERENCE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53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D6E8"/>
                </a:solidFill>
              </a:rPr>
              <a:t>AdherenceHistory.jsx  ·  mockHistory.js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02920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4937760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30-day log: taken on time / taken late / missed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544982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5358384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Summary statistics and visual bar breakdown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87044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1" y="5779008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Drives the animated health score ring on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629107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1" y="6199632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Seeded with 30 days of realistic mock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11109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FRONTEND  —  React 18 + Vite 5 + Tailwind CSS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</a:rPr>
              <a:t>14 components  ·  6 utils  ·  LanguageContext  ·  idb IndexedDB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5394960" cy="9144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64008" cy="914400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6"/>
                </a:solidFill>
              </a:rPr>
              <a:t>CLAUDE AI  (Anthropic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</a:rPr>
              <a:t>Medication scan  ·  Prescription OCR  ·  Drug interaction  ·  Caregiver alert text  ·  Translation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331720"/>
            <a:ext cx="5669280" cy="9144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331720"/>
            <a:ext cx="64008" cy="914400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40487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6FFF"/>
                </a:solidFill>
              </a:rPr>
              <a:t>LOCAL STORAGE  (IndexedDB via idb)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072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</a:rPr>
              <a:t>Prescriptions  ·  Medication schedule  ·  Adherence history  ·  Patient profile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5394960" cy="9144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64008" cy="914400"/>
          </a:xfrm>
          <a:prstGeom prst="rect">
            <a:avLst/>
          </a:prstGeom>
          <a:solidFill>
            <a:srgbClr val="4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4787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0C080"/>
                </a:solidFill>
              </a:rPr>
              <a:t>EMAILJS  (Caregiver Alerts)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5020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</a:rPr>
              <a:t>No backend required  ·  EmailJS SDK called from browser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474720"/>
            <a:ext cx="5669280" cy="9144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474720"/>
            <a:ext cx="64008" cy="9144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54787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070"/>
                </a:solidFill>
              </a:rPr>
              <a:t>WEB SPEECH API  (Voice Output)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502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</a:rPr>
              <a:t>speechSynthesis  ·  Smart voice selection  ·  espeak-ng fallback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17720"/>
            <a:ext cx="11430000" cy="9144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617720"/>
            <a:ext cx="64008" cy="914400"/>
          </a:xfrm>
          <a:prstGeom prst="rect">
            <a:avLst/>
          </a:prstGeom>
          <a:solidFill>
            <a:srgbClr val="3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90872"/>
            <a:ext cx="11109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80C0"/>
                </a:solidFill>
              </a:rPr>
              <a:t>OPTIONAL: Flask Bridge  +  IoT Pill Dispenser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9320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</a:rPr>
              <a:t>Python Flask on localhost:5000  ·  HTTP dispense commands  ·  Graceful offline degradation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036"/>
                </a:solidFill>
              </a:rPr>
              <a:t>Zero-backend by design — runs entirely in the browser. Claude API is the only external 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20440" cy="53949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</a:rPr>
              <a:t>src/components/  (14 files)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91640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Dashboard.jsx — health score 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2140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29968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Scanner.jsx — pill bottle camera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59736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68296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MedAnalysis.jsx — AI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9806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706624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PrescriptionScanner.jsx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3639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44952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PrescriptionLibrary.jsx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383280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PrescriptionDetail.jsx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1304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721608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Schedule.jsx — daily slots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51375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059935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DispenserBridge.jsx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970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398264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DispenserSettings.jsx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28031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736592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VitalsPanel.jsx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074920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AdherenceHistory.jsx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0468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413248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PatientProfile.jsx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43015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751575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CaregiverAlert.jsx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18134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6089904"/>
            <a:ext cx="3172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PharmacyVoice.jsx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1188720"/>
            <a:ext cx="3520440" cy="251460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12984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36"/>
                </a:solidFill>
              </a:rPr>
              <a:t>src/utils/  (6 files)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178308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1" y="1691640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claudeApi.js — all Claude calls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213055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831" y="2039112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prescriptionDB.js — IndexedDB CRUD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247802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1" y="2386584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dispenser.js — IoT HTTP client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825496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0831" y="2734056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emailAlert.js — EmailJS sender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17296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70831" y="3081528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voiceEngine.js — Speech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352044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0831" y="3429000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i18n.js — 5-language strings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3931920"/>
            <a:ext cx="3520440" cy="26517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4041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6FFF"/>
                </a:solidFill>
              </a:rPr>
              <a:t>src/data/  (5 mock files)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52627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0831" y="4434840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mockPatient.js — default patient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4873751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70831" y="4782312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mockMedications.js — sample meds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5221223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70831" y="5129783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mockPrescriptions.js — sample Rx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5568696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70831" y="5477256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mockVitals.js — reference values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5916167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70831" y="5824727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mockHistory.js — 30-day history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1188720"/>
            <a:ext cx="4251960" cy="201168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20" y="12984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C080"/>
                </a:solidFill>
              </a:rPr>
              <a:t>Root config files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55279" y="178308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9871" y="1691640"/>
            <a:ext cx="3904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vite.config.js — Vite + Tailwind plugin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79" y="2130552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19871" y="2039112"/>
            <a:ext cx="3904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tailwind.config.js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47802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9871" y="2386584"/>
            <a:ext cx="3904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eslint.config.js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55279" y="2825496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19871" y="2734056"/>
            <a:ext cx="3904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index.html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79" y="317296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19871" y="3081528"/>
            <a:ext cx="3904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package.json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3429000"/>
            <a:ext cx="4251960" cy="315468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20" y="35478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070"/>
                </a:solidFill>
              </a:rPr>
              <a:t>dispenser-bridge/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55279" y="4023359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19871" y="3931920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server.py — Flask proxy + dispenser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79" y="4407407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19871" y="4315968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Endpoints: /dispense, /status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4791455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19871" y="4700016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CORS-enabled for browser access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55279" y="5175503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19871" y="5084064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Runs on localhost:5000 (optional)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55279" y="502920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D6E8"/>
                </a:solidFill>
              </a:rPr>
              <a:t>Blend files: Dispenser.blend — 3D model of the physical dispenser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Claude API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036"/>
                </a:solidFill>
              </a:rPr>
              <a:t>All AI calls centralised in  src/utils/claudeApi.js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749808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64008" cy="7498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scanMedication()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6479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Vision + text  ·  Extracts drug, dose, frequency, slot, side-effects from pill bottle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11430000" cy="749808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64008" cy="749808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688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36"/>
                </a:solidFill>
              </a:rPr>
              <a:t>scanPrescription()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8775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Vision + text  ·  Parses handwritten clinic prescription with Indian shorthand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11430000" cy="749808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64008" cy="749808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918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070"/>
                </a:solidFill>
              </a:rPr>
              <a:t>checkInteractions()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1071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Text  ·  Cross-checks new drug against patient's active medication list — returns severity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11430000" cy="749808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64008" cy="749808"/>
          </a:xfrm>
          <a:prstGeom prst="rect">
            <a:avLst/>
          </a:prstGeom>
          <a:solidFill>
            <a:srgbClr val="A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6FFF"/>
                </a:solidFill>
              </a:rPr>
              <a:t>translateInstructions()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23367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Text  ·  Translates and transliterates medication instructions into patient's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11430000" cy="749808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64008" cy="749808"/>
          </a:xfrm>
          <a:prstGeom prst="rect">
            <a:avLst/>
          </a:prstGeom>
          <a:solidFill>
            <a:srgbClr val="4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3775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C080"/>
                </a:solidFill>
              </a:rPr>
              <a:t>generateCaregiverAlert()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056631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Text  ·  Writes a personalised, compassionate caregiver alert email for missed doses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15000"/>
            <a:ext cx="11430000" cy="749808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715000"/>
            <a:ext cx="64008" cy="749808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760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36"/>
                </a:solidFill>
              </a:rPr>
              <a:t>getHealthInsights()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87959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Text  ·  Generates contextual health insights from vitals + active medication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Model: claude-opus-4-5  ·  All prompts return structured JSON  ·  Images sent as base64 in messages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64008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Impact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3949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WHO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37360"/>
            <a:ext cx="5001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Elderly patients managing 5+ medications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95728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304288"/>
            <a:ext cx="5001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Non-English-literate rural households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62656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871215"/>
            <a:ext cx="5001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Single-person households without daily caregiver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29584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438144"/>
            <a:ext cx="5001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Pharmacists serving non-local-language patients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96511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005072"/>
            <a:ext cx="5001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Caregivers monitoring family members remotely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82296" cy="822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572000"/>
            <a:ext cx="5001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Doctors whose handwritten Rx causes confusion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5577840" cy="539496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6"/>
                </a:solidFill>
              </a:rPr>
              <a:t>WHATS NEXT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28800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1737360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PWA — install to home screen + offline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340864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2249424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Browser push notifications for reminders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852928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2761488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Cloud sync — multi-device via 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364992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273552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Wearable integration — Fitbit, Apple Watch, Galaxy Watch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877056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1" y="3785616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Physical dispenser firmware (Arduino / RPi)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389120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1" y="4297680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Doctor portal — digital prescription signing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901183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4809744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Refill reminders + nearby pharmacy locator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413248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1" y="5321808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Biometric / OTP authentication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925312"/>
            <a:ext cx="82296" cy="82296"/>
          </a:xfrm>
          <a:prstGeom prst="rect">
            <a:avLst/>
          </a:prstGeom>
          <a:solidFill>
            <a:srgbClr val="FFC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5833872"/>
            <a:ext cx="5093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Expand languages — Bengali, Telugu, Marathi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75104" y="-685800"/>
            <a:ext cx="8229600" cy="8229600"/>
          </a:xfrm>
          <a:prstGeom prst="ellipse">
            <a:avLst/>
          </a:prstGeom>
          <a:solidFill>
            <a:srgbClr val="06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18104" y="457200"/>
            <a:ext cx="5943600" cy="5943600"/>
          </a:xfrm>
          <a:prstGeom prst="ellipse">
            <a:avLst/>
          </a:prstGeom>
          <a:solidFill>
            <a:srgbClr val="081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61104" y="1600200"/>
            <a:ext cx="3657600" cy="3657600"/>
          </a:xfrm>
          <a:prstGeom prst="ellipse">
            <a:avLst/>
          </a:prstGeom>
          <a:solidFill>
            <a:srgbClr val="0C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00C9B1"/>
                </a:solidFill>
              </a:rPr>
              <a:t>AGASTYA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C036"/>
                </a:solidFill>
              </a:rPr>
              <a:t>आगस्त्य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Knowledge  ·  Care  · 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D6E8"/>
                </a:solidFill>
              </a:rPr>
              <a:t>AI Medication Intelligence — built for every Indian household.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663440"/>
            <a:ext cx="2286000" cy="11887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9B1"/>
                </a:solidFill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663440"/>
            <a:ext cx="2286000" cy="11887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9B1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Languages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4663440"/>
            <a:ext cx="2286000" cy="11887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9B1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AI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799" y="4663440"/>
            <a:ext cx="2286000" cy="1188720"/>
          </a:xfrm>
          <a:prstGeom prst="rect">
            <a:avLst/>
          </a:prstGeom>
          <a:solidFill>
            <a:srgbClr val="12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799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9B1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799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Backend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github.com/TGMadhusoodhan/agastya  ·  Hackathon April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